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Posterior Evolution via Cyclic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Simulates QPSK coherent state discrimination</a:t>
            </a:r>
          </a:p>
          <a:p>
            <a:pPr/>
            <a:r>
              <a:t>Photon arrivals follow Poisson statistics</a:t>
            </a:r>
          </a:p>
          <a:p>
            <a:pPr/>
            <a:r>
              <a:t>Likelihood based on displaced photon numbers n_k</a:t>
            </a:r>
          </a:p>
          <a:p>
            <a:pPr/>
            <a:r>
              <a:t>Bayesian update applied over time</a:t>
            </a:r>
          </a:p>
          <a:p>
            <a:pPr/>
            <a:r>
              <a:t>Tracks posterior probabilities P(α_k | observations)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Workflow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Initialize QPSK constellation and uniform prior</a:t>
            </a:r>
          </a:p>
          <a:p>
            <a:pPr/>
            <a:r>
              <a:t>Generate photon arrivals using exponential distribution</a:t>
            </a:r>
          </a:p>
          <a:p>
            <a:pPr/>
            <a:r>
              <a:t>Time loop: update posterior for photon/no-photon events</a:t>
            </a:r>
          </a:p>
          <a:p>
            <a:pPr/>
            <a:r>
              <a:t>Cyclic probing: rotate hypothesis after detection</a:t>
            </a:r>
          </a:p>
          <a:p>
            <a:pPr/>
            <a:r>
              <a:t>Extract posterior at fixed times (0.1 spacing)</a:t>
            </a:r>
          </a:p>
          <a:p>
            <a:pPr/>
            <a:r>
              <a:t>Export results as CSV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