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QPSK State Discrimination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Compare different receivers for coherent state discrimination</a:t>
            </a:r>
          </a:p>
          <a:p>
            <a:r>
              <a:t>Metric: Error Probability vs Mean Photon Number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QPSK Coherent States:</a:t>
            </a:r>
          </a:p>
          <a:p>
            <a:r>
              <a:t>α_k = sqrt(|α|^2) * exp(iθ_k)</a:t>
            </a:r>
          </a:p>
          <a:p>
            <a:r>
              <a:t>θ_k = π(2k+1)/M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Impairments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Detection Model:</a:t>
            </a:r>
          </a:p>
          <a:p>
            <a:r>
              <a:t>λ = η|α-β|^2 + λ_d + ξ</a:t>
            </a:r>
          </a:p>
          <a:p>
            <a:r>
              <a:t>Includes efficiency, dark counts, noise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Helstrom Bound (PGM)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Optimal quantum limit</a:t>
            </a:r>
          </a:p>
          <a:p>
            <a:r>
              <a:t>Uses Gram matrix G</a:t>
            </a:r>
          </a:p>
          <a:p>
            <a:r>
              <a:t>Pc = (Tr(√G))^2 / M^2</a:t>
            </a:r>
          </a:p>
          <a:p>
            <a:r>
              <a:t>Pe = 1 - Pc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Heterodyne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Classical receiver</a:t>
            </a:r>
          </a:p>
          <a:p>
            <a:r>
              <a:t>z = α + noise</a:t>
            </a:r>
          </a:p>
          <a:p>
            <a:r>
              <a:t>Decision: nearest constellation point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Bayesian Receiver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Adaptive probing</a:t>
            </a:r>
          </a:p>
          <a:p>
            <a:r>
              <a:t>1. Update posterior P</a:t>
            </a:r>
          </a:p>
          <a:p>
            <a:r>
              <a:t>2. Choose most likely state</a:t>
            </a:r>
          </a:p>
          <a:p>
            <a:r>
              <a:t>3. Null it using displacement</a:t>
            </a:r>
          </a:p>
          <a:p>
            <a:r>
              <a:t>4. Repeat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Cyclic Probing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Fixed probing sequence</a:t>
            </a:r>
          </a:p>
          <a:p>
            <a:r>
              <a:t>α1 → α2 → α3 → α4</a:t>
            </a:r>
          </a:p>
          <a:p>
            <a:r>
              <a:t>Bayesian update but no adaptation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Bondurant Receiver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Sequential nulling</a:t>
            </a:r>
          </a:p>
          <a:p>
            <a:r>
              <a:t>Photon arrival shifts hypothesis</a:t>
            </a:r>
          </a:p>
          <a:p>
            <a:r>
              <a:t>Decision depends on photon count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Quantum Kalman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Adaptive with drift model</a:t>
            </a:r>
          </a:p>
          <a:p>
            <a:r>
              <a:t>Prediction + Update steps</a:t>
            </a:r>
          </a:p>
          <a:p>
            <a:r>
              <a:t>Handles uncertainty dynamically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Compare error probability vs |α|^2</a:t>
            </a:r>
          </a:p>
          <a:p>
            <a:r>
              <a:t>Bayesian ≈ best practical</a:t>
            </a:r>
          </a:p>
          <a:p>
            <a:r>
              <a:t>Helstrom = lower bound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